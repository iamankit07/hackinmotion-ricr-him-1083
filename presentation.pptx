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D1651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लक्ष्य · the target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F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Lakshya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85800" y="2560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74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revising the chapter you already know.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30175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learning assistant that works out what you actually know, then builds a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day-by-day study plan around the gaps and the hours you genuinely have left.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43434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RICR-HIM-1083  ·  Ankit Kumar &amp; Kamalneet Kaur  ·  HackInMotion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do not lack material. They lack a plan.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960120"/>
          </a:xfrm>
          <a:prstGeom prst="roundRect">
            <a:avLst>
              <a:gd name="adj" fmla="val 7619"/>
            </a:avLst>
          </a:prstGeom>
          <a:solidFill>
            <a:srgbClr val="F4EDE3"/>
          </a:solidFill>
          <a:ln w="12700">
            <a:solidFill>
              <a:srgbClr val="E7DC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36192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1F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“Two weeks to the exam and I spent the first four days revising the one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1F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I already knew.”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FFFDFA"/>
          </a:solidFill>
          <a:ln w="12700">
            <a:solidFill>
              <a:srgbClr val="E7DC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816352"/>
            <a:ext cx="256032" cy="32004"/>
          </a:xfrm>
          <a:prstGeom prst="rect">
            <a:avLst/>
          </a:prstGeom>
          <a:solidFill>
            <a:srgbClr val="D1651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926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see your own gaps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401568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topics that feel hard and the topics you actually lose marks on are rarely the same ones.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260604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FFFDFA"/>
          </a:solidFill>
          <a:ln w="12700">
            <a:solidFill>
              <a:srgbClr val="E7DCC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2816352"/>
            <a:ext cx="256032" cy="32004"/>
          </a:xfrm>
          <a:prstGeom prst="rect">
            <a:avLst/>
          </a:prstGeom>
          <a:solidFill>
            <a:srgbClr val="D1651A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2926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Timetables ignore reality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3401568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 built on eight hours a day is useless if you have two.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260604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FFFDFA"/>
          </a:solidFill>
          <a:ln w="12700">
            <a:solidFill>
              <a:srgbClr val="E7DCC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2816352"/>
            <a:ext cx="256032" cy="32004"/>
          </a:xfrm>
          <a:prstGeom prst="rect">
            <a:avLst/>
          </a:prstGeom>
          <a:solidFill>
            <a:srgbClr val="D1651A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2926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behind ends the plan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3401568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three days and a fixed timetable is dead. Most students stop using it.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4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hard part is not finding content. It is deciding what to do today.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STUDENT DOES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steps, and none of them is “make a timetable yourself”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8046720" cy="749808"/>
          </a:xfrm>
          <a:prstGeom prst="roundRect">
            <a:avLst>
              <a:gd name="adj" fmla="val 9756"/>
            </a:avLst>
          </a:prstGeom>
          <a:solidFill>
            <a:srgbClr val="FFFDFA"/>
          </a:solidFill>
          <a:ln w="12700">
            <a:solidFill>
              <a:srgbClr val="E7DC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7218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165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4447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what you are up against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709928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Subject, exam, deadline, and how many hours a day you honestly have.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8046720" cy="749808"/>
          </a:xfrm>
          <a:prstGeom prst="roundRect">
            <a:avLst>
              <a:gd name="adj" fmla="val 9756"/>
            </a:avLst>
          </a:prstGeom>
          <a:solidFill>
            <a:srgbClr val="FFFDFA"/>
          </a:solidFill>
          <a:ln w="12700">
            <a:solidFill>
              <a:srgbClr val="E7DC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34086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165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231343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short diagnostic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578608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questions across the syllabus. It is looking for gaps, not marking you.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8046720" cy="749808"/>
          </a:xfrm>
          <a:prstGeom prst="roundRect">
            <a:avLst>
              <a:gd name="adj" fmla="val 9756"/>
            </a:avLst>
          </a:prstGeom>
          <a:solidFill>
            <a:srgbClr val="FFFDFA"/>
          </a:solidFill>
          <a:ln w="12700">
            <a:solidFill>
              <a:srgbClr val="E7DC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20954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165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31821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plan that admits the truth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447288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topics get the time. Topics you know get a quick refresh.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8046720" cy="749808"/>
          </a:xfrm>
          <a:prstGeom prst="roundRect">
            <a:avLst>
              <a:gd name="adj" fmla="val 9756"/>
            </a:avLst>
          </a:prstGeom>
          <a:solidFill>
            <a:srgbClr val="FFFDFA"/>
          </a:solidFill>
          <a:ln w="12700">
            <a:solidFill>
              <a:srgbClr val="E7DC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07822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165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40507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behind, and it rebuilds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4315968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sessions and the schedule reshapes around what is actually left.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OF IT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 plan actually gets built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FFDFA"/>
          </a:solidFill>
          <a:ln w="12700">
            <a:solidFill>
              <a:srgbClr val="E7DC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51790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in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67512" y="182880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“Human Anatomy,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MBBS first year”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011680" y="1874520"/>
            <a:ext cx="173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85416" y="137160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FFDFA"/>
          </a:solidFill>
          <a:ln w="19050">
            <a:solidFill>
              <a:srgbClr val="D165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04288" y="151790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splits it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304288" y="182880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Topics, in order,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prerequisites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48456" y="1874520"/>
            <a:ext cx="173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22192" y="137160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FFDFA"/>
          </a:solidFill>
          <a:ln w="12700">
            <a:solidFill>
              <a:srgbClr val="E7DC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41064" y="151790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finds gaps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941064" y="182880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score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topic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285232" y="1874520"/>
            <a:ext cx="173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58968" y="137160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FFDFA"/>
          </a:solidFill>
          <a:ln w="19050">
            <a:solidFill>
              <a:srgbClr val="146B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151790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scheduler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577840" y="182880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it into the days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hours left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922008" y="1874520"/>
            <a:ext cx="173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095744" y="137160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FFDFA"/>
          </a:solidFill>
          <a:ln w="12700">
            <a:solidFill>
              <a:srgbClr val="E7DC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14616" y="151790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out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214616" y="182880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study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and why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FFDFA"/>
          </a:solidFill>
          <a:ln w="19050">
            <a:solidFill>
              <a:srgbClr val="D165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1272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1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writes the content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" y="342900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74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a subject into topics, writing quiz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74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answering doubts. Things that need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74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subject knowledge.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FFDFA"/>
          </a:solidFill>
          <a:ln w="19050">
            <a:solidFill>
              <a:srgbClr val="146B5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1272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code builds the plan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342900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74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 ordering, spaced repetition, fitting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74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hours, rebuilding when you slip. Things that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74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be correct every single time.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 not hand the scheduling to the model. A plan has to be right, not plausible.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pieces fit together</a:t>
            </a:r>
            <a:endParaRPr lang="en-US" sz="2700" dirty="0"/>
          </a:p>
        </p:txBody>
      </p:sp>
      <p:pic>
        <p:nvPicPr>
          <p:cNvPr id="4" name="Image 0" descr="D:/Projects/HackInMotion-RICR-HIM-1083/architecture-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207008"/>
            <a:ext cx="832104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Gemini, and what happens when it fails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FFFDFA"/>
          </a:solidFill>
          <a:ln w="19050">
            <a:solidFill>
              <a:srgbClr val="D165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813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1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— first choice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3520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74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Free tier with no card required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74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Enforces a JSON shape server-side, so the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74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plan and quizzes come back parseable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74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Fast enough that a plan builds while you wait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132588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FFFDFA"/>
          </a:solidFill>
          <a:ln w="12700">
            <a:solidFill>
              <a:srgbClr val="E7DC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4813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— the backup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1783080"/>
            <a:ext cx="3520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74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Also free, and very fast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74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Takes over automatically if Gemini errors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74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Different company, so an outage on one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74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side does not take the demo down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8046720" cy="1325880"/>
          </a:xfrm>
          <a:prstGeom prst="roundRect">
            <a:avLst>
              <a:gd name="adj" fmla="val 5517"/>
            </a:avLst>
          </a:prstGeom>
          <a:solidFill>
            <a:srgbClr val="F4EDE3"/>
          </a:solidFill>
          <a:ln w="12700">
            <a:solidFill>
              <a:srgbClr val="E7DC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27355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honest about the free tier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3566160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74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free quota is roughly 20 requests a day per model, and a single full run through the app uses about four.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74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hit that limit while testing. Two things came out of it: the server now switches to another model instead of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74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retrying a dead one, and the app still produces a real plan with no AI at all if you type your own topics.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PROUD OF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still works when the AI does not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4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feature has somewhere to fall back to. We tested this by pulling the API key out entirely.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514600" y="1691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49240" y="16916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AI available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993392"/>
            <a:ext cx="8046720" cy="475488"/>
          </a:xfrm>
          <a:prstGeom prst="roundRect">
            <a:avLst>
              <a:gd name="adj" fmla="val 15385"/>
            </a:avLst>
          </a:prstGeom>
          <a:solidFill>
            <a:srgbClr val="FFFDFA"/>
          </a:solidFill>
          <a:ln w="12700">
            <a:solidFill>
              <a:srgbClr val="E7DC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12140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14600" y="21214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splits the subject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49240" y="212140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own syllabus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560320"/>
            <a:ext cx="8046720" cy="475488"/>
          </a:xfrm>
          <a:prstGeom prst="roundRect">
            <a:avLst>
              <a:gd name="adj" fmla="val 15385"/>
            </a:avLst>
          </a:prstGeom>
          <a:solidFill>
            <a:srgbClr val="FFFDFA"/>
          </a:solidFill>
          <a:ln w="12700">
            <a:solidFill>
              <a:srgbClr val="E7DC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68833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plan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14600" y="268833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those topics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49240" y="268833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builds — the scheduler is ours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127248"/>
            <a:ext cx="8046720" cy="475488"/>
          </a:xfrm>
          <a:prstGeom prst="roundRect">
            <a:avLst>
              <a:gd name="adj" fmla="val 15385"/>
            </a:avLst>
          </a:prstGeom>
          <a:solidFill>
            <a:srgbClr val="FFFDFA"/>
          </a:solidFill>
          <a:ln w="12700">
            <a:solidFill>
              <a:srgbClr val="E7DC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255264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14600" y="325526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writes questions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49240" y="3255264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Self-rating still feeds the plan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694176"/>
            <a:ext cx="8046720" cy="475488"/>
          </a:xfrm>
          <a:prstGeom prst="roundRect">
            <a:avLst>
              <a:gd name="adj" fmla="val 15385"/>
            </a:avLst>
          </a:prstGeom>
          <a:solidFill>
            <a:srgbClr val="FFFDFA"/>
          </a:solidFill>
          <a:ln w="12700">
            <a:solidFill>
              <a:srgbClr val="E7DC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82219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14600" y="38221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answers doubts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49240" y="382219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 so plainly and saves the question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74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failure was in the brief. We took it literally: no blank screens, no stack traces, and never a dead end.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FURTHER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Some things a paragraph cannot explain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74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is the clearest case where reading fails. When a study topic is about muscles, nerves, bones or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74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organs, the plan offers the matching body system as a model you can turn around.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514600" cy="1783080"/>
          </a:xfrm>
          <a:prstGeom prst="roundRect">
            <a:avLst>
              <a:gd name="adj" fmla="val 4103"/>
            </a:avLst>
          </a:prstGeom>
          <a:solidFill>
            <a:srgbClr val="FFFDFA"/>
          </a:solidFill>
          <a:ln w="12700">
            <a:solidFill>
              <a:srgbClr val="E7DC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1031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165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499 MB → 21 MB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251460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raw models weighed, and what we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ship. Cut 24× while keeping every part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separately named.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1920240"/>
            <a:ext cx="2514600" cy="1783080"/>
          </a:xfrm>
          <a:prstGeom prst="roundRect">
            <a:avLst>
              <a:gd name="adj" fmla="val 4103"/>
            </a:avLst>
          </a:prstGeom>
          <a:solidFill>
            <a:srgbClr val="FFFDFA"/>
          </a:solidFill>
          <a:ln w="12700">
            <a:solidFill>
              <a:srgbClr val="E7DC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93008" y="21031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165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Nothing up front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93008" y="251460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3D code and the models download only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student opens one. The rest of the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never pays for it.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35040" y="1920240"/>
            <a:ext cx="2514600" cy="1783080"/>
          </a:xfrm>
          <a:prstGeom prst="roundRect">
            <a:avLst>
              <a:gd name="adj" fmla="val 4103"/>
            </a:avLst>
          </a:prstGeom>
          <a:solidFill>
            <a:srgbClr val="FFFDFA"/>
          </a:solidFill>
          <a:ln w="12700">
            <a:solidFill>
              <a:srgbClr val="E7DC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36208" y="21031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165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 on a phone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36208" y="251460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a 390px screen. The brief asked for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mobile, so a heavy feature had to earn its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without slowing anything down.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come from Z-Anatomy, the open-source anatomy atlas (CC BY-SA 4.0). The compression, the topic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and the viewer are ours.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STANDS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done, and what we would do next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931920" cy="2743200"/>
          </a:xfrm>
          <a:prstGeom prst="roundRect">
            <a:avLst>
              <a:gd name="adj" fmla="val 2667"/>
            </a:avLst>
          </a:prstGeom>
          <a:solidFill>
            <a:srgbClr val="FFFDFA"/>
          </a:solidFill>
          <a:ln w="19050">
            <a:solidFill>
              <a:srgbClr val="146B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813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now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10512"/>
            <a:ext cx="3520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574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and login</a:t>
            </a:r>
            <a:endParaRPr lang="en-US" sz="11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574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setup with a real calendar</a:t>
            </a:r>
            <a:endParaRPr lang="en-US" sz="11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574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quiz and mock tests</a:t>
            </a:r>
            <a:endParaRPr lang="en-US" sz="11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574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 plan generation</a:t>
            </a:r>
            <a:endParaRPr lang="en-US" sz="11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574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 and rebuilding</a:t>
            </a:r>
            <a:endParaRPr lang="en-US" sz="11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574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chat that knows your topic</a:t>
            </a:r>
            <a:endParaRPr lang="en-US" sz="11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574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anatomy models</a:t>
            </a:r>
            <a:endParaRPr lang="en-US" sz="11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574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and dark, and it fits a phone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325880"/>
            <a:ext cx="3931920" cy="2743200"/>
          </a:xfrm>
          <a:prstGeom prst="roundRect">
            <a:avLst>
              <a:gd name="adj" fmla="val 2667"/>
            </a:avLst>
          </a:prstGeom>
          <a:solidFill>
            <a:srgbClr val="FFFDFA"/>
          </a:solidFill>
          <a:ln w="12700">
            <a:solidFill>
              <a:srgbClr val="E7DC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4813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Next, honestly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1810512"/>
            <a:ext cx="3520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74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paid AI tier — the free quota is the one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74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 that would stop real students using it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74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 for subjects other than anatomy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74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Remembering which explanations helped you,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74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answering in that style next time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74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proper accessibility pass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42519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would rather show you a short list that works than a long list that does not.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D1651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Lakshya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74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to study next.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8046720" cy="1234440"/>
          </a:xfrm>
          <a:prstGeom prst="roundRect">
            <a:avLst>
              <a:gd name="adj" fmla="val 5926"/>
            </a:avLst>
          </a:prstGeom>
          <a:solidFill>
            <a:srgbClr val="F4EDE3"/>
          </a:solidFill>
          <a:ln w="12700">
            <a:solidFill>
              <a:srgbClr val="E7DC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090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RICR-HIM-1083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36499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74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 Kumar — API, database, AI integration, scheduling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74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Kamalneet Kaur — interface, design system, all screens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7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github.com/iamankit07/HackInMotion-RICR-HIM-1083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2026-08-13T15:20:23Z</dcterms:created>
  <dcterms:modified xsi:type="dcterms:W3CDTF">2026-08-13T15:20:23Z</dcterms:modified>
</cp:coreProperties>
</file>